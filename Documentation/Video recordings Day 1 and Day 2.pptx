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20"/>
    <p:restoredTop sz="94694"/>
  </p:normalViewPr>
  <p:slideViewPr>
    <p:cSldViewPr snapToGrid="0">
      <p:cViewPr varScale="1">
        <p:scale>
          <a:sx n="120" d="100"/>
          <a:sy n="120" d="100"/>
        </p:scale>
        <p:origin x="20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6C554-650C-589A-F517-F0CFE6795E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D1D049-611E-4997-6014-3E24D1B00F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D7C94-664F-E28F-35B4-53A2874BB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7E876-D16B-ED41-9EEB-89E422EACDB3}" type="datetimeFigureOut">
              <a:rPr lang="en-CH" smtClean="0"/>
              <a:t>10.04.2026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ABBD5-62DD-FE63-06F5-B4D4B5AA0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0BBF2-83E9-8428-9CC9-579BD00B0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5DCD6-0840-0543-B764-30EC7BA831D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00421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6B1B1-0996-70D8-0F4F-C0EC5B7CD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AED06-78B6-0E5F-BA95-FF86EA086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9B6AE-E1C9-9890-365E-6F2067CB9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7E876-D16B-ED41-9EEB-89E422EACDB3}" type="datetimeFigureOut">
              <a:rPr lang="en-CH" smtClean="0"/>
              <a:t>10.04.2026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95D1D-E351-9F8F-2AA7-B85222D6F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6F7CC-BCCD-9397-853F-B712E93D9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5DCD6-0840-0543-B764-30EC7BA831D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26406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0EB8E-B79E-DF2F-5A41-1CECC16B0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899B9-4F38-7FD5-2536-DF89701B0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7CADF-E4F2-E495-EF31-439A846AF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7E876-D16B-ED41-9EEB-89E422EACDB3}" type="datetimeFigureOut">
              <a:rPr lang="en-CH" smtClean="0"/>
              <a:t>10.04.2026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22070-DA62-871B-B8C3-D46E9286F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E63CF-7AA0-EB26-4A9F-8581C2176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5DCD6-0840-0543-B764-30EC7BA831D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63992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95D44-3A86-233F-56CB-C5E3EAFC3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21C5B-00DF-7503-1C33-F31A8FF17C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FDEE1-219A-4A33-575D-542EF5C84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E2D16-88FC-4FDF-AC74-3DA174B36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7E876-D16B-ED41-9EEB-89E422EACDB3}" type="datetimeFigureOut">
              <a:rPr lang="en-CH" smtClean="0"/>
              <a:t>10.04.2026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FBFF0-D615-AAA9-76B8-F72D9D757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B274BD-219C-7E98-80ED-B83D51231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5DCD6-0840-0543-B764-30EC7BA831D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22855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E8E19-0284-244D-1226-537B1EB23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B91D3-FCB4-68F2-BDA4-487963A74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56F16-5562-B092-1BA2-464605C5A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1AE0FF-7C6F-14A3-AE7A-6B9DFEF081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B3A236-5DC0-42D9-DAF7-74CD5041A4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AB3077-D7C3-FEFF-A4FF-56777C900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7E876-D16B-ED41-9EEB-89E422EACDB3}" type="datetimeFigureOut">
              <a:rPr lang="en-CH" smtClean="0"/>
              <a:t>10.04.2026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AE4EF4-4B2B-9AE7-1DA4-0FF222824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472CB4-0206-AC95-6CBA-25C6F6A98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5DCD6-0840-0543-B764-30EC7BA831D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5003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5A01E-C2A3-A557-99D8-ED2A7BBD3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36C4E5-1D5F-24A3-02E2-A1547F540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7E876-D16B-ED41-9EEB-89E422EACDB3}" type="datetimeFigureOut">
              <a:rPr lang="en-CH" smtClean="0"/>
              <a:t>10.04.2026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06C082-839E-A0BF-BCDC-7CEEBEC0F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F0AAF7-1066-2E6E-5F85-84B1E88D3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5DCD6-0840-0543-B764-30EC7BA831D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96136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C43BB8-F41C-16C8-D000-265623222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7E876-D16B-ED41-9EEB-89E422EACDB3}" type="datetimeFigureOut">
              <a:rPr lang="en-CH" smtClean="0"/>
              <a:t>10.04.2026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145092-9261-424A-B31C-446C8F58B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0E007-F605-AF75-92F0-1D100DF20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5DCD6-0840-0543-B764-30EC7BA831D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2740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128E9-541E-28BD-55A4-C4E54C6C4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43D94-54ED-0EBD-A76F-51C31AC04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34D62B-9520-A087-7A39-F3D52AA312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2D7619-3D02-15A5-03E0-3654871C6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7E876-D16B-ED41-9EEB-89E422EACDB3}" type="datetimeFigureOut">
              <a:rPr lang="en-CH" smtClean="0"/>
              <a:t>10.04.2026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785AA9-1C8D-CAE8-2C3F-8F33D0809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A5B0A9-181C-BA04-2A5E-3747D82B7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5DCD6-0840-0543-B764-30EC7BA831D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848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AE1BC-95FB-2B9B-5397-E99B320BD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2BB3E7-0D0F-D486-212C-DBB9C40658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F00FE2-4AC4-4D93-4281-A975C8E50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3122D-D1B8-183B-D45D-99416705A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7E876-D16B-ED41-9EEB-89E422EACDB3}" type="datetimeFigureOut">
              <a:rPr lang="en-CH" smtClean="0"/>
              <a:t>10.04.2026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AD647-4DA3-B6F8-F81E-DC485AFB4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0B4E1C-099C-553E-783F-A6B61DA63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5DCD6-0840-0543-B764-30EC7BA831D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09040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1E17D-349B-1BDB-40A7-A3AC5300F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3CC1A7-19B4-D15C-E41E-DCCFAE7E6E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5DB54-722F-823B-0463-741179F74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7E876-D16B-ED41-9EEB-89E422EACDB3}" type="datetimeFigureOut">
              <a:rPr lang="en-CH" smtClean="0"/>
              <a:t>10.04.2026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7E47F-9F6D-D672-53B0-69839E1F4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D5FF9-555D-20A1-DCF5-81AA99BB6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5DCD6-0840-0543-B764-30EC7BA831D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8886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3FBAE7-20CA-6B5D-71BE-21741B71AD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BB36A8-1538-21FC-E88D-02D23AB326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43F63-3FA9-0401-FE98-FABA45B76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7E876-D16B-ED41-9EEB-89E422EACDB3}" type="datetimeFigureOut">
              <a:rPr lang="en-CH" smtClean="0"/>
              <a:t>10.04.2026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393F5-792B-2C5D-F488-B1CEEDF7E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33EED-CD5D-C2D7-F59C-6B8C86F26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5DCD6-0840-0543-B764-30EC7BA831D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69384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6F41C5-F42E-0372-904B-62035FFC2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DF37C0-9813-F3EE-4AB0-B4B18602E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A368F-A549-C7FE-0EDB-6C75225C36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57E876-D16B-ED41-9EEB-89E422EACDB3}" type="datetimeFigureOut">
              <a:rPr lang="en-CH" smtClean="0"/>
              <a:t>10.04.2026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3108F-F609-DFB8-1FD3-A8BDBE39F3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770F1-C7D5-030E-D879-5F475B6260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65DCD6-0840-0543-B764-30EC7BA831D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53383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D8D12-5A36-CD25-86F2-E75806979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H" dirty="0"/>
              <a:t>Video recordings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0E4A91-2778-D507-7AFB-5B8DECB620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958" y="3602037"/>
            <a:ext cx="11961628" cy="3075209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en-GB" dirty="0"/>
              <a:t>Day 1 Part 1:</a:t>
            </a:r>
          </a:p>
          <a:p>
            <a:pPr algn="l"/>
            <a:r>
              <a:rPr lang="en-GB" dirty="0"/>
              <a:t>https://</a:t>
            </a:r>
            <a:r>
              <a:rPr lang="en-GB" dirty="0" err="1"/>
              <a:t>unifrch-my.sharepoint.com</a:t>
            </a:r>
            <a:r>
              <a:rPr lang="en-GB" dirty="0"/>
              <a:t>/:v:/g/personal/</a:t>
            </a:r>
            <a:r>
              <a:rPr lang="en-GB" dirty="0" err="1"/>
              <a:t>eric_pohl_unifr_ch</a:t>
            </a:r>
            <a:r>
              <a:rPr lang="en-GB" dirty="0"/>
              <a:t>/IQBCXkKFhjrgSb20i0APCUj2AevQdsW_xIF4iG-H8vdVzT4?e=fHgzt8&amp;nav</a:t>
            </a:r>
            <a:r>
              <a:rPr lang="en-GB"/>
              <a:t>=eyJyZWZlcnJhbEluZm8iOnsicmVmZXJyYWxBcHAiOiJTdHJlYW1XZWJBcHAiLCJyZWZlcnJhbFZpZXciOiJTaGFyZURpYWxvZy1MaW5rIiwicmVmZXJyYWxBcHBQbGF0Zm9ybSI6IldlYiIsInJlZmVycmFsTW9kZSI6InZpZXcifX0%3D</a:t>
            </a:r>
            <a:endParaRPr lang="en-GB" dirty="0"/>
          </a:p>
          <a:p>
            <a:pPr algn="l"/>
            <a:r>
              <a:rPr lang="en-GB" dirty="0"/>
              <a:t>Day 1 Part 2:</a:t>
            </a:r>
          </a:p>
          <a:p>
            <a:pPr algn="l"/>
            <a:r>
              <a:rPr lang="en-GB" dirty="0"/>
              <a:t>https://</a:t>
            </a:r>
            <a:r>
              <a:rPr lang="en-GB" dirty="0" err="1"/>
              <a:t>unifrch-my.sharepoint.com</a:t>
            </a:r>
            <a:r>
              <a:rPr lang="en-GB" dirty="0"/>
              <a:t>/:v:/g/personal/</a:t>
            </a:r>
            <a:r>
              <a:rPr lang="en-GB" dirty="0" err="1"/>
              <a:t>eric_pohl_unifr_ch</a:t>
            </a:r>
            <a:r>
              <a:rPr lang="en-GB" dirty="0"/>
              <a:t>/IQBB4XVNdwKyS7E7qfui7Ts8AXkVIxedldg9VAa-kYzNNRI?e=</a:t>
            </a:r>
            <a:r>
              <a:rPr lang="en-GB" dirty="0" err="1"/>
              <a:t>pXtduj&amp;nav</a:t>
            </a:r>
            <a:r>
              <a:rPr lang="en-GB" dirty="0"/>
              <a:t>=eyJyZWZlcnJhbEluZm8iOnsicmVmZXJyYWxBcHAiOiJTdHJlYW1XZWJBcHAiLCJyZWZlcnJhbFZpZXciOiJTaGFyZURpYWxvZy1MaW5rIiwicmVmZXJyYWxBcHBQbGF0Zm9ybSI6IldlYiIsInJlZmVycmFsTW9kZSI6InZpZXcifX0%3D</a:t>
            </a:r>
          </a:p>
          <a:p>
            <a:pPr algn="l"/>
            <a:endParaRPr lang="en-GB" dirty="0"/>
          </a:p>
          <a:p>
            <a:pPr algn="l"/>
            <a:r>
              <a:rPr lang="en-GB" dirty="0"/>
              <a:t>Day 2 Part 1:</a:t>
            </a:r>
          </a:p>
          <a:p>
            <a:pPr algn="l"/>
            <a:r>
              <a:rPr lang="en-GB" dirty="0"/>
              <a:t>https://</a:t>
            </a:r>
            <a:r>
              <a:rPr lang="en-GB" dirty="0" err="1"/>
              <a:t>unifrch-my.sharepoint.com</a:t>
            </a:r>
            <a:r>
              <a:rPr lang="en-GB" dirty="0"/>
              <a:t>/:v:/g/personal/</a:t>
            </a:r>
            <a:r>
              <a:rPr lang="en-GB" dirty="0" err="1"/>
              <a:t>eric_pohl_unifr_ch</a:t>
            </a:r>
            <a:r>
              <a:rPr lang="en-GB" dirty="0"/>
              <a:t>/IQCRorwh5UpiQqKePLqZb7vjAa9Tityrh2lGcyh-y_UGsXw?e=</a:t>
            </a:r>
            <a:r>
              <a:rPr lang="en-GB" dirty="0" err="1"/>
              <a:t>fQaeMR&amp;nav</a:t>
            </a:r>
            <a:r>
              <a:rPr lang="en-GB" dirty="0"/>
              <a:t>=eyJyZWZlcnJhbEluZm8iOnsicmVmZXJyYWxBcHAiOiJTdHJlYW1XZWJBcHAiLCJyZWZlcnJhbFZpZXciOiJTaGFyZURpYWxvZy1MaW5rIiwicmVmZXJyYWxBcHBQbGF0Zm9ybSI6IldlYiIsInJlZmVycmFsTW9kZSI6InZpZXcifX0%3D</a:t>
            </a:r>
          </a:p>
          <a:p>
            <a:pPr algn="l"/>
            <a:r>
              <a:rPr lang="en-GB" dirty="0"/>
              <a:t>Day 2 Part 2: </a:t>
            </a:r>
          </a:p>
          <a:p>
            <a:pPr algn="l"/>
            <a:r>
              <a:rPr lang="en-GB" dirty="0"/>
              <a:t>https://</a:t>
            </a:r>
            <a:r>
              <a:rPr lang="en-GB" dirty="0" err="1"/>
              <a:t>unifrch-my.sharepoint.com</a:t>
            </a:r>
            <a:r>
              <a:rPr lang="en-GB" dirty="0"/>
              <a:t>/:v:/g/personal/</a:t>
            </a:r>
            <a:r>
              <a:rPr lang="en-GB" dirty="0" err="1"/>
              <a:t>eric_pohl_unifr_ch</a:t>
            </a:r>
            <a:r>
              <a:rPr lang="en-GB" dirty="0"/>
              <a:t>/IQBHbxCvP2OTT5Edcze1xGKoAU-MHK7yA1gRfm1PkBMn19Q?e=</a:t>
            </a:r>
            <a:r>
              <a:rPr lang="en-GB" dirty="0" err="1"/>
              <a:t>EzVuCv&amp;nav</a:t>
            </a:r>
            <a:r>
              <a:rPr lang="en-GB" dirty="0"/>
              <a:t>=eyJyZWZlcnJhbEluZm8iOnsicmVmZXJyYWxBcHAiOiJTdHJlYW1XZWJBcHAiLCJyZWZlcnJhbFZpZXciOiJTaGFyZURpYWxvZy1MaW5rIiwicmVmZXJyYWxBcHBQbGF0Zm9ybSI6IldlYiIsInJlZmVycmFsTW9kZSI6InZpZXcifX0%3D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12966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150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Video recordings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POHL Eric</dc:creator>
  <cp:lastModifiedBy>POHL Eric</cp:lastModifiedBy>
  <cp:revision>1</cp:revision>
  <dcterms:created xsi:type="dcterms:W3CDTF">2026-04-10T13:20:01Z</dcterms:created>
  <dcterms:modified xsi:type="dcterms:W3CDTF">2026-04-10T13:22:02Z</dcterms:modified>
</cp:coreProperties>
</file>