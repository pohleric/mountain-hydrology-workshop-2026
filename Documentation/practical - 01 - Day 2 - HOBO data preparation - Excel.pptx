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878"/>
    <p:restoredTop sz="94694"/>
  </p:normalViewPr>
  <p:slideViewPr>
    <p:cSldViewPr snapToGrid="0">
      <p:cViewPr varScale="1">
        <p:scale>
          <a:sx n="112" d="100"/>
          <a:sy n="112" d="100"/>
        </p:scale>
        <p:origin x="208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AF5CD-681D-7CE7-4BD6-CB85BC9981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AE9D25-6726-46B8-6C0D-B05DED6E99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A31B07-DDBC-D33D-205E-81969AE42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6393-25CB-554C-AE85-02E0802B5708}" type="datetimeFigureOut">
              <a:rPr lang="en-CH" smtClean="0"/>
              <a:t>09.04.2026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F13274-732E-DE4C-77C9-B05D2DF48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B47A4-196F-710A-7972-6BC17836E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F8C88-03C6-C24C-9DD8-95ABB6AA420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043597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859CF-B73A-924A-A837-CAC1C45D8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AAD-3BC2-2868-5F8A-5E06E0B714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9E238-33DE-7B07-213C-C6C0DC0D0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6393-25CB-554C-AE85-02E0802B5708}" type="datetimeFigureOut">
              <a:rPr lang="en-CH" smtClean="0"/>
              <a:t>09.04.2026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C20BD0-1F3D-D1F3-4C00-7FAEBC455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97949-685A-EE7E-94D0-E4A801DD2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F8C88-03C6-C24C-9DD8-95ABB6AA420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023373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36182-522F-55B4-49F0-BDF3B2FCA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D622D6-229C-37BA-02D8-0A650280A9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A329D0-2552-04EE-3A4B-574FF5B58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6393-25CB-554C-AE85-02E0802B5708}" type="datetimeFigureOut">
              <a:rPr lang="en-CH" smtClean="0"/>
              <a:t>09.04.2026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6B77F6-38A6-D317-3429-E3D4F2D31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8C25F7-C4EC-9B8D-725A-5798DAD97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F8C88-03C6-C24C-9DD8-95ABB6AA420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75136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A2CB7-312E-BD44-50EC-A5BFBD582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C12CC-9D7C-E0CF-CF68-AFDF93759B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ED96C8-5DB7-8F08-F0BB-85C9206926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74444D-058C-91E6-3B20-2E144E87C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6393-25CB-554C-AE85-02E0802B5708}" type="datetimeFigureOut">
              <a:rPr lang="en-CH" smtClean="0"/>
              <a:t>09.04.2026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90B7E1-5FBB-7781-E2F7-B3ECF7137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DDF696-1615-A399-BBBC-9B204058D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F8C88-03C6-C24C-9DD8-95ABB6AA420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318200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C7FFC-3F52-E21B-A89F-BBC587F15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B84B0B-F4E8-00E5-409D-8CC2DDE09F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A86F46-740C-8F8E-991B-FC024B046E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029B99-793C-7531-94E7-978143BB9C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BA746D-A66C-074C-1819-52A6B50EA4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C24032-E245-68E1-D803-C1E0F4FD6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6393-25CB-554C-AE85-02E0802B5708}" type="datetimeFigureOut">
              <a:rPr lang="en-CH" smtClean="0"/>
              <a:t>09.04.2026</a:t>
            </a:fld>
            <a:endParaRPr lang="en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5E1299-C3D0-E12B-97F3-A20DEAA49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831A37-AA4B-0A4D-53DF-176B761A4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F8C88-03C6-C24C-9DD8-95ABB6AA420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582069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61805-1D7C-21B2-68FF-36E574695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8A6E6B-7524-2E1D-62D8-A5F12A7DD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6393-25CB-554C-AE85-02E0802B5708}" type="datetimeFigureOut">
              <a:rPr lang="en-CH" smtClean="0"/>
              <a:t>09.04.2026</a:t>
            </a:fld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947E29-C879-66D3-44B2-77FFFC695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0111DF-6E59-9DDF-78D5-DCD7FD3C8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F8C88-03C6-C24C-9DD8-95ABB6AA420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798505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B4BCBC-2975-08BD-D2B2-CCEC4C0C0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6393-25CB-554C-AE85-02E0802B5708}" type="datetimeFigureOut">
              <a:rPr lang="en-CH" smtClean="0"/>
              <a:t>09.04.2026</a:t>
            </a:fld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11E737-8DB1-4058-D19D-744AC2370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998FDC-6553-5B83-4B60-1C0886BE9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F8C88-03C6-C24C-9DD8-95ABB6AA420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488643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8E744-9842-BD9C-AB23-729E77CA9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0EF497-86B1-3CD0-2EFC-670F7F59C5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BFBAE7-A62C-8B69-4BE1-C43779C594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52A816-AC6E-7735-F70B-1FEF7977A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6393-25CB-554C-AE85-02E0802B5708}" type="datetimeFigureOut">
              <a:rPr lang="en-CH" smtClean="0"/>
              <a:t>09.04.2026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8BC3DF-B1CD-AA5F-7EAE-27D07A4F2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3BC43-9666-F45B-70F6-8B69FA4DC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F8C88-03C6-C24C-9DD8-95ABB6AA420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663764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C9203-D5CC-7C76-AAD5-33748C074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DE10AD-2300-8B39-8D3C-CCE21A8CA7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BCC584-87B8-07D1-3FCE-B4E1EBD3DA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403282-C46A-8ABF-4AE6-34BB44079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6393-25CB-554C-AE85-02E0802B5708}" type="datetimeFigureOut">
              <a:rPr lang="en-CH" smtClean="0"/>
              <a:t>09.04.2026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60255-6982-EA6E-2C93-6939A9EC9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60256C-804F-A1A7-6A14-A5D809054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F8C88-03C6-C24C-9DD8-95ABB6AA420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854106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F0D4B-0910-B243-A348-B2AEA3894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86A961-D421-7F23-0ED7-F8B23CDAE5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F63A2B-A1AC-ECA0-26B1-722584D93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6393-25CB-554C-AE85-02E0802B5708}" type="datetimeFigureOut">
              <a:rPr lang="en-CH" smtClean="0"/>
              <a:t>09.04.2026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AD871-7C47-E775-F3EA-EFDFB89F6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979DF-006E-2C7A-19DF-EA34CEBB3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F8C88-03C6-C24C-9DD8-95ABB6AA420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68122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CE27B0-3D56-35E0-03DF-C040C5050C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F5D9ED-8788-D185-E676-E8B790DB5E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AFBC68-CDF9-6067-04B1-5176FEC1D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6393-25CB-554C-AE85-02E0802B5708}" type="datetimeFigureOut">
              <a:rPr lang="en-CH" smtClean="0"/>
              <a:t>09.04.2026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4ECDEC-55BE-0D1C-9BB8-896DDBDDE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504F6-9DB4-798A-E8DF-B2B13FA6C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F8C88-03C6-C24C-9DD8-95ABB6AA420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164845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C9979D-8C96-F1A3-7E74-6B6FEBE6C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013197-AB01-C78D-1A6F-F26577F765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4A492B-6C18-B8C0-5377-9D856C2AA1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4F6393-25CB-554C-AE85-02E0802B5708}" type="datetimeFigureOut">
              <a:rPr lang="en-CH" smtClean="0"/>
              <a:t>09.04.2026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4E5552-624E-89B7-BAAA-067F43A8FE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17D8FF-2F85-9E23-DB5E-AA719D5676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BF8C88-03C6-C24C-9DD8-95ABB6AA420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775614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D722-AC01-8622-CA70-C957513D9E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7492" y="1122363"/>
            <a:ext cx="10339754" cy="2387600"/>
          </a:xfrm>
        </p:spPr>
        <p:txBody>
          <a:bodyPr>
            <a:normAutofit/>
          </a:bodyPr>
          <a:lstStyle/>
          <a:p>
            <a:r>
              <a:rPr lang="en-CH" dirty="0"/>
              <a:t>Data preparation – Excel (HOBO)</a:t>
            </a:r>
            <a:br>
              <a:rPr lang="en-CH" dirty="0"/>
            </a:br>
            <a:endParaRPr lang="en-CH" sz="49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99AF05-94BB-B952-FF8D-4C15BBDCD1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8579" y="3602037"/>
            <a:ext cx="11130455" cy="2819783"/>
          </a:xfrm>
        </p:spPr>
        <p:txBody>
          <a:bodyPr>
            <a:normAutofit/>
          </a:bodyPr>
          <a:lstStyle/>
          <a:p>
            <a:r>
              <a:rPr lang="en-GB" dirty="0"/>
              <a:t>W</a:t>
            </a:r>
            <a:r>
              <a:rPr lang="en-CH" dirty="0"/>
              <a:t>ork through example </a:t>
            </a:r>
            <a:r>
              <a:rPr lang="en-US" dirty="0"/>
              <a:t>using Excel and </a:t>
            </a:r>
            <a:r>
              <a:rPr lang="en-US" dirty="0" err="1"/>
              <a:t>HOBOware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68571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C07AC-A5B5-416B-9301-D8B6A61C1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C678FBF-95D8-3343-8DDE-E24A98522BB5}"/>
              </a:ext>
            </a:extLst>
          </p:cNvPr>
          <p:cNvSpPr/>
          <p:nvPr/>
        </p:nvSpPr>
        <p:spPr>
          <a:xfrm>
            <a:off x="93693" y="3234690"/>
            <a:ext cx="5362227" cy="10405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/>
              <a:t>Original HOBO logger files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3798931-D0DE-8D36-14C1-945C64EFAB0E}"/>
              </a:ext>
            </a:extLst>
          </p:cNvPr>
          <p:cNvSpPr/>
          <p:nvPr/>
        </p:nvSpPr>
        <p:spPr>
          <a:xfrm>
            <a:off x="2068831" y="5257800"/>
            <a:ext cx="5879732" cy="10405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/>
              <a:t>Open with HOBOware (timezone does not matter here)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68AAD0-87AE-6795-7116-B8232518B0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20" y="377190"/>
            <a:ext cx="5143500" cy="2857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3A51CCE-F5D6-7789-417C-2389DF6529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8562" y="0"/>
            <a:ext cx="41497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8772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BE76F-4BA4-51A9-3A34-9411A2BAE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8256974-5572-9C4F-8A11-BFA46FC90E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0905" y="1681626"/>
            <a:ext cx="8439810" cy="50460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C8921D4-03A2-AA5B-04F1-25290E0E04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5742" y="387284"/>
            <a:ext cx="1892300" cy="1041400"/>
          </a:xfrm>
          <a:prstGeom prst="rect">
            <a:avLst/>
          </a:prstGeom>
        </p:spPr>
      </p:pic>
      <p:sp>
        <p:nvSpPr>
          <p:cNvPr id="8" name="Down Arrow 7">
            <a:extLst>
              <a:ext uri="{FF2B5EF4-FFF2-40B4-BE49-F238E27FC236}">
                <a16:creationId xmlns:a16="http://schemas.microsoft.com/office/drawing/2014/main" id="{29F0EB45-4673-C988-AF8C-3EE07167A879}"/>
              </a:ext>
            </a:extLst>
          </p:cNvPr>
          <p:cNvSpPr/>
          <p:nvPr/>
        </p:nvSpPr>
        <p:spPr>
          <a:xfrm>
            <a:off x="5489007" y="1338989"/>
            <a:ext cx="192505" cy="46522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038178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1723A-0DE5-98C3-B825-75B93EE15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11F43F-D4F1-59F6-9896-85A481C438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50" y="121880"/>
            <a:ext cx="6661150" cy="3058153"/>
          </a:xfrm>
          <a:prstGeom prst="rect">
            <a:avLst/>
          </a:prstGeom>
        </p:spPr>
      </p:pic>
      <p:sp>
        <p:nvSpPr>
          <p:cNvPr id="8" name="Down Arrow 7">
            <a:extLst>
              <a:ext uri="{FF2B5EF4-FFF2-40B4-BE49-F238E27FC236}">
                <a16:creationId xmlns:a16="http://schemas.microsoft.com/office/drawing/2014/main" id="{BB2D27A8-F5BD-EF68-2600-BB64A5754312}"/>
              </a:ext>
            </a:extLst>
          </p:cNvPr>
          <p:cNvSpPr/>
          <p:nvPr/>
        </p:nvSpPr>
        <p:spPr>
          <a:xfrm>
            <a:off x="6096000" y="2287679"/>
            <a:ext cx="192505" cy="46522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D31A33-E1DD-6A03-3CD7-06FE77DAAA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080" y="3429000"/>
            <a:ext cx="6357620" cy="311610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E4D71FE-4C30-7276-3336-8A736A6E2951}"/>
              </a:ext>
            </a:extLst>
          </p:cNvPr>
          <p:cNvSpPr/>
          <p:nvPr/>
        </p:nvSpPr>
        <p:spPr>
          <a:xfrm>
            <a:off x="7486649" y="3851910"/>
            <a:ext cx="3136533" cy="17720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/>
              <a:t>Export &gt; Save (CSV format)</a:t>
            </a:r>
          </a:p>
        </p:txBody>
      </p:sp>
    </p:spTree>
    <p:extLst>
      <p:ext uri="{BB962C8B-B14F-4D97-AF65-F5344CB8AC3E}">
        <p14:creationId xmlns:p14="http://schemas.microsoft.com/office/powerpoint/2010/main" val="1467840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9BCAF-F9C6-2EEC-0F00-B0BF9A056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wn Arrow 7">
            <a:extLst>
              <a:ext uri="{FF2B5EF4-FFF2-40B4-BE49-F238E27FC236}">
                <a16:creationId xmlns:a16="http://schemas.microsoft.com/office/drawing/2014/main" id="{AFB4801E-51C4-1D69-B96D-2F35E823B5BD}"/>
              </a:ext>
            </a:extLst>
          </p:cNvPr>
          <p:cNvSpPr/>
          <p:nvPr/>
        </p:nvSpPr>
        <p:spPr>
          <a:xfrm rot="13563776">
            <a:off x="6416041" y="2277347"/>
            <a:ext cx="192505" cy="46522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FB58888-6705-BE31-40A3-58C12B071BF6}"/>
              </a:ext>
            </a:extLst>
          </p:cNvPr>
          <p:cNvSpPr/>
          <p:nvPr/>
        </p:nvSpPr>
        <p:spPr>
          <a:xfrm>
            <a:off x="4944026" y="2740671"/>
            <a:ext cx="3136533" cy="17720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/>
              <a:t>Open exported file in Excel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365F7C-920F-F4E0-DA67-AC332ED450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188848"/>
            <a:ext cx="7772400" cy="2090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7924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871B4-B396-AF7A-6C3F-35C23BB4D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0F1925D-489C-9B23-CE3D-D604F16054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770" y="3278600"/>
            <a:ext cx="6769100" cy="358488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5B55BB3-2553-0C7A-744B-8F21A2EF4A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770" y="194233"/>
            <a:ext cx="7772400" cy="2085011"/>
          </a:xfrm>
          <a:prstGeom prst="rect">
            <a:avLst/>
          </a:prstGeom>
        </p:spPr>
      </p:pic>
      <p:sp>
        <p:nvSpPr>
          <p:cNvPr id="8" name="Down Arrow 7">
            <a:extLst>
              <a:ext uri="{FF2B5EF4-FFF2-40B4-BE49-F238E27FC236}">
                <a16:creationId xmlns:a16="http://schemas.microsoft.com/office/drawing/2014/main" id="{C29EFBD4-9A04-0F11-BEE8-771D0C59ACFF}"/>
              </a:ext>
            </a:extLst>
          </p:cNvPr>
          <p:cNvSpPr/>
          <p:nvPr/>
        </p:nvSpPr>
        <p:spPr>
          <a:xfrm rot="8153312">
            <a:off x="3673988" y="1329574"/>
            <a:ext cx="192505" cy="46522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0C591A9-7502-68DD-7A4F-621CD985AF9B}"/>
              </a:ext>
            </a:extLst>
          </p:cNvPr>
          <p:cNvSpPr/>
          <p:nvPr/>
        </p:nvSpPr>
        <p:spPr>
          <a:xfrm>
            <a:off x="3824337" y="2392578"/>
            <a:ext cx="3136533" cy="17720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/>
              <a:t>Useless information.</a:t>
            </a:r>
          </a:p>
          <a:p>
            <a:pPr algn="ctr"/>
            <a:r>
              <a:rPr lang="en-CH" dirty="0"/>
              <a:t>Delete all of these.</a:t>
            </a:r>
          </a:p>
        </p:txBody>
      </p:sp>
      <p:sp>
        <p:nvSpPr>
          <p:cNvPr id="7" name="Down Arrow 6">
            <a:extLst>
              <a:ext uri="{FF2B5EF4-FFF2-40B4-BE49-F238E27FC236}">
                <a16:creationId xmlns:a16="http://schemas.microsoft.com/office/drawing/2014/main" id="{B215D42B-5F86-32D9-83BE-4F2F80770EF8}"/>
              </a:ext>
            </a:extLst>
          </p:cNvPr>
          <p:cNvSpPr/>
          <p:nvPr/>
        </p:nvSpPr>
        <p:spPr>
          <a:xfrm rot="2088760">
            <a:off x="4165433" y="5390950"/>
            <a:ext cx="192505" cy="46522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8607375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D0C4D-9723-CD59-ACAE-9BA22C2F3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16FEC3A-1ABE-D397-7EE9-59939E17ED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770" y="175074"/>
            <a:ext cx="7772400" cy="21608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2E9DBAF-D15F-4A16-5A03-4FF1E28838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770" y="3320943"/>
            <a:ext cx="6688255" cy="3537057"/>
          </a:xfrm>
          <a:prstGeom prst="rect">
            <a:avLst/>
          </a:prstGeom>
        </p:spPr>
      </p:pic>
      <p:sp>
        <p:nvSpPr>
          <p:cNvPr id="8" name="Down Arrow 7">
            <a:extLst>
              <a:ext uri="{FF2B5EF4-FFF2-40B4-BE49-F238E27FC236}">
                <a16:creationId xmlns:a16="http://schemas.microsoft.com/office/drawing/2014/main" id="{3D0B904B-568B-CC4A-C290-AE9F9ADC52C2}"/>
              </a:ext>
            </a:extLst>
          </p:cNvPr>
          <p:cNvSpPr/>
          <p:nvPr/>
        </p:nvSpPr>
        <p:spPr>
          <a:xfrm rot="8153312">
            <a:off x="3665949" y="1131521"/>
            <a:ext cx="192505" cy="46522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94C734F-D4F5-F87C-E48B-CA4BCFB54ECF}"/>
              </a:ext>
            </a:extLst>
          </p:cNvPr>
          <p:cNvSpPr/>
          <p:nvPr/>
        </p:nvSpPr>
        <p:spPr>
          <a:xfrm>
            <a:off x="3824337" y="2392578"/>
            <a:ext cx="3136533" cy="17720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/>
              <a:t>Useless information.</a:t>
            </a:r>
          </a:p>
          <a:p>
            <a:pPr algn="ctr"/>
            <a:r>
              <a:rPr lang="en-CH" dirty="0"/>
              <a:t>Delete all of these.</a:t>
            </a:r>
          </a:p>
        </p:txBody>
      </p:sp>
      <p:sp>
        <p:nvSpPr>
          <p:cNvPr id="7" name="Down Arrow 6">
            <a:extLst>
              <a:ext uri="{FF2B5EF4-FFF2-40B4-BE49-F238E27FC236}">
                <a16:creationId xmlns:a16="http://schemas.microsoft.com/office/drawing/2014/main" id="{7648E8EA-B12F-E628-FF5C-93E56D06784D}"/>
              </a:ext>
            </a:extLst>
          </p:cNvPr>
          <p:cNvSpPr/>
          <p:nvPr/>
        </p:nvSpPr>
        <p:spPr>
          <a:xfrm rot="2088760">
            <a:off x="4165433" y="5390950"/>
            <a:ext cx="192505" cy="46522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916077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67BC5-BB8A-E969-66A3-CA08809DE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B6B579CA-4926-6A65-1077-78145C77FC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4926" y="2366010"/>
            <a:ext cx="5305705" cy="40767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D26523A-AE5C-4D54-DF93-05BB3355AE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965700" cy="4076700"/>
          </a:xfrm>
          <a:prstGeom prst="rect">
            <a:avLst/>
          </a:prstGeom>
        </p:spPr>
      </p:pic>
      <p:sp>
        <p:nvSpPr>
          <p:cNvPr id="8" name="Down Arrow 7">
            <a:extLst>
              <a:ext uri="{FF2B5EF4-FFF2-40B4-BE49-F238E27FC236}">
                <a16:creationId xmlns:a16="http://schemas.microsoft.com/office/drawing/2014/main" id="{CBBAFFCA-0DA8-D5BF-837F-823AA11C0A08}"/>
              </a:ext>
            </a:extLst>
          </p:cNvPr>
          <p:cNvSpPr/>
          <p:nvPr/>
        </p:nvSpPr>
        <p:spPr>
          <a:xfrm rot="8153312">
            <a:off x="9209499" y="2686001"/>
            <a:ext cx="192505" cy="46522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A4DA5F-9AC2-43D8-531A-6FF2C8B7F26A}"/>
              </a:ext>
            </a:extLst>
          </p:cNvPr>
          <p:cNvSpPr/>
          <p:nvPr/>
        </p:nvSpPr>
        <p:spPr>
          <a:xfrm>
            <a:off x="2137411" y="3518338"/>
            <a:ext cx="4248490" cy="17720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Tx/>
              <a:buChar char="-"/>
            </a:pPr>
            <a:r>
              <a:rPr lang="en-CH" dirty="0"/>
              <a:t>Save as L1 </a:t>
            </a:r>
          </a:p>
          <a:p>
            <a:pPr marL="285750" indent="-285750">
              <a:buFontTx/>
              <a:buChar char="-"/>
            </a:pPr>
            <a:r>
              <a:rPr lang="en-CH" dirty="0"/>
              <a:t>Repeat for all loggers (atmo + water)</a:t>
            </a:r>
          </a:p>
        </p:txBody>
      </p:sp>
    </p:spTree>
    <p:extLst>
      <p:ext uri="{BB962C8B-B14F-4D97-AF65-F5344CB8AC3E}">
        <p14:creationId xmlns:p14="http://schemas.microsoft.com/office/powerpoint/2010/main" val="20362550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405</TotalTime>
  <Words>70</Words>
  <Application>Microsoft Macintosh PowerPoint</Application>
  <PresentationFormat>Widescreen</PresentationFormat>
  <Paragraphs>12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Data preparation – Excel (HOBO)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POHL Eric</dc:creator>
  <cp:lastModifiedBy>POHL Eric</cp:lastModifiedBy>
  <cp:revision>18</cp:revision>
  <dcterms:created xsi:type="dcterms:W3CDTF">2026-04-08T20:53:55Z</dcterms:created>
  <dcterms:modified xsi:type="dcterms:W3CDTF">2026-04-09T22:08:08Z</dcterms:modified>
</cp:coreProperties>
</file>